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3474720"/>
            <a:ext cx="3200400" cy="3200400"/>
          </a:xfrm>
          <a:prstGeom prst="ellipse">
            <a:avLst/>
          </a:prstGeom>
          <a:solidFill>
            <a:srgbClr val="0891B2">
              <a:alpha val="20000"/>
            </a:srgbClr>
          </a:solidFill>
          <a:ln w="12700">
            <a:solidFill>
              <a:srgbClr val="0891B2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182880"/>
            <a:ext cx="1828800" cy="1828800"/>
          </a:xfrm>
          <a:prstGeom prst="ellipse">
            <a:avLst/>
          </a:prstGeom>
          <a:solidFill>
            <a:srgbClr val="BAE6FD">
              <a:alpha val="15000"/>
            </a:srgbClr>
          </a:solidFill>
          <a:ln w="12700">
            <a:solidFill>
              <a:srgbClr val="BAE6FD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57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7DD3FC"/>
                </a:solidFill>
              </a:rPr>
              <a:t>資安防護工具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914400"/>
            <a:ext cx="18288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0" y="91440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NISTCVECheck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3474720" y="178308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軟體弱點自動化掃描工具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474720" y="2514600"/>
            <a:ext cx="5303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整合 NIST NVD CVE API，自動偵測企業環境中已安裝軟體的已知安全弱點，提供即時報表與修補建議。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0" y="44805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報告人：資訊安全團隊　　日期：2026 年 6 月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8600" y="16459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28600" y="199339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全面查核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304288"/>
            <a:ext cx="2194560" cy="27432"/>
          </a:xfrm>
          <a:prstGeom prst="rect">
            <a:avLst/>
          </a:prstGeom>
          <a:solidFill>
            <a:srgbClr val="1E4A7A"/>
          </a:solidFill>
          <a:ln w="12700">
            <a:solidFill>
              <a:srgbClr val="1E4A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25146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28600" y="286207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權威來源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172968"/>
            <a:ext cx="2194560" cy="27432"/>
          </a:xfrm>
          <a:prstGeom prst="rect">
            <a:avLst/>
          </a:prstGeom>
          <a:solidFill>
            <a:srgbClr val="1E4A7A"/>
          </a:solidFill>
          <a:ln w="12700">
            <a:solidFill>
              <a:srgbClr val="1E4A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33832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8600" y="373075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即時報表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為什麼需要這個工具？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現有痛點與挑戰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93192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73152" cy="15087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4173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人工盤點耗時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8368" y="180136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各機器裝了什麼軟體、版本是否安全，全靠 IT 人員逐台手動確認，費時且容易遺漏。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1234440"/>
            <a:ext cx="393192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234440"/>
            <a:ext cx="73152" cy="15087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56048" y="14173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CVE 資訊龐雜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56048" y="180136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NVD 每天新增數百筆弱點，人工追蹤幾乎不可能跟上最新威脅。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393192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926080"/>
            <a:ext cx="73152" cy="15087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1089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缺乏全局視野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8368" y="349300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各部門電腦弱點各自散落，主管無法一次掌握整體資安風險狀況。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2926080"/>
            <a:ext cx="393192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926080"/>
            <a:ext cx="73152" cy="15087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56048" y="31089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 修補優先序不清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56048" y="349300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即使發現弱點，也不知道哪一台最緊急、要升級到哪個版本才安全。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NISTCVECheck 讓這一切全自動化，幾分鐘內產出可讀報表。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工具總覽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三種使用模式，覆蓋各種場景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0604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260604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801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12801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命令列模式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92024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直接在 Windows 執行，自動讀取 Registry，適合 IT 人員快速掃描單台機器。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280160"/>
            <a:ext cx="260604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280160"/>
            <a:ext cx="260604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12801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023360" y="12801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介面模式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29000" y="192024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啟動本地 Web 伺服器，其他同仁透過瀏覽器上傳 JSON 掃描，無須安裝。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280160"/>
            <a:ext cx="260604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280160"/>
            <a:ext cx="2606040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12801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858000" y="12801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團隊彙整模式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63640" y="192024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收集多台機器的 JSON 報表，一鍵產出跨機器綜合 HTML 報表供主管審閱。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251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技術亮點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544568"/>
            <a:ext cx="1554480" cy="347472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54456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內建模組，零額外相依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148840" y="4544568"/>
            <a:ext cx="1554480" cy="347472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48840" y="454456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跨平台支援（Web 模式）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840480" y="4544568"/>
            <a:ext cx="1554480" cy="347472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0" y="454456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 自動重試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532120" y="4544568"/>
            <a:ext cx="1554480" cy="347472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32120" y="454456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CPE 精確比對，低誤報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223760" y="4544568"/>
            <a:ext cx="1554480" cy="347472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23760" y="454456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每日滾動日誌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核心功能一覽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從掃描、過濾到報表，全程自動化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25603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30352" y="1399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🖥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141732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自動掃描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" y="194767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直接讀取 Windows 登錄機碼，無需手動列清單，自動取得所有已安裝軟體。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82112" y="1234440"/>
            <a:ext cx="25603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46704" y="1399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913632" y="141732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CPE 精確比對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194767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 NVD CPE API 確認軟體識別碼，排除無關 CVE，大幅降低誤報率。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98464" y="1234440"/>
            <a:ext cx="25603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63056" y="1399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729984" y="141732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嚴重度過濾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08192" y="194767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支援 LOW / MEDIUM / HIGH / CRITICAL 四段篩選，聚焦最需處理的弱點。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063240"/>
            <a:ext cx="25603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0352" y="3227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🗓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97280" y="324612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年份範圍控制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" y="377647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可指定只看近 N 年的 CVE，避免被遠古弱點淹沒，報表更清爽。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82112" y="3063240"/>
            <a:ext cx="25603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346704" y="3227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913632" y="324612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升級版本建議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91840" y="377647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自動從 CPE 資料推算最低安全版本，顯示「需升級 / 請確認 / 無須升級」狀態。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98464" y="3063240"/>
            <a:ext cx="25603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163056" y="3227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729984" y="324612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雙格式報表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08192" y="377647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同步產出 HTML 視覺化報表（供人閱讀）與 JSON（供 team-report 彙整）。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工具運作流程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五個步驟，從掃描到報表全自動完成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16002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23444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04088" y="1234440"/>
            <a:ext cx="1197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資料蒐集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755648"/>
            <a:ext cx="16002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9768" y="1874520"/>
            <a:ext cx="138074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讀取 Windows Registry 或 findSW.ps1 產生的 JSON，取得已安裝軟體清單。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920240" y="1463040"/>
            <a:ext cx="164592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01952" y="1380744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891B2"/>
                </a:solidFill>
              </a:rPr>
              <a:t>▶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084832" y="1234440"/>
            <a:ext cx="1600200" cy="5029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84832" y="123444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468880" y="1234440"/>
            <a:ext cx="1197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三層過濾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084832" y="1755648"/>
            <a:ext cx="16002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194560" y="1874520"/>
            <a:ext cx="138074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白名單、SKIP_PATTERNS 排除雜訊，cleanProductName 去重合併。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85032" y="1463040"/>
            <a:ext cx="164592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66744" y="1380744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891B2"/>
                </a:solidFill>
              </a:rPr>
              <a:t>▶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849624" y="1234440"/>
            <a:ext cx="160020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9624" y="123444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233672" y="1234440"/>
            <a:ext cx="1197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CPE 查找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849624" y="1755648"/>
            <a:ext cx="16002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959352" y="1874520"/>
            <a:ext cx="138074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軟體呼叫 NVD CPE API，取得精確 vendor/product 識別碼。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49824" y="1463040"/>
            <a:ext cx="164592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31536" y="1380744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891B2"/>
                </a:solidFill>
              </a:rPr>
              <a:t>▶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614416" y="1234440"/>
            <a:ext cx="1600200" cy="5029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14416" y="123444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998464" y="1234440"/>
            <a:ext cx="1197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 查詢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614416" y="1755648"/>
            <a:ext cx="16002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724144" y="1874520"/>
            <a:ext cx="138074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呼叫 NVD CVE API，套用速率限制（0.7 / 6.5 秒），HTTP 429 自動重試。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214616" y="1463040"/>
            <a:ext cx="164592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96328" y="1380744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891B2"/>
                </a:solidFill>
              </a:rPr>
              <a:t>▶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379208" y="1234440"/>
            <a:ext cx="1600200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79208" y="123444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763256" y="1234440"/>
            <a:ext cx="1197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報表輸出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379208" y="1755648"/>
            <a:ext cx="16002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488936" y="1874520"/>
            <a:ext cx="138074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產出 HTML 視覺化報表與 JSON，包含升級建議、CVSS 評分、CVE 詳細清單。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20040" y="3886200"/>
            <a:ext cx="8412480" cy="658368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39136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資料流：  Windows Registry  ──►  軟體清單  ──►  白名單過濾  ──►  NVD CVE API  ──►  關聯性檢查  ──►  HTML / JSON 報表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NVD API 介接說明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如何與 NIST National Vulnerability Database 溝通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02336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402336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9728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端點與參數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62763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CVE API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920240" y="162763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https://services.nvd.nist.gov/rest/json/cves/2.0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2920" y="2048256"/>
            <a:ext cx="374904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15798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CPE API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920240" y="2157984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https://services.nvd.nist.gov/rest/json/cpes/2.0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2578608"/>
            <a:ext cx="374904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68833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keywordSearch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920240" y="2688336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軟體名稱關鍵字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3108960"/>
            <a:ext cx="374904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21868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resultsPerPage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920240" y="321868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MAX_CVES_PER_SOFTWARE（預設 50）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3639312"/>
            <a:ext cx="374904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7490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noRejected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920240" y="37490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排除已撤回 CVE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63440" y="1097280"/>
            <a:ext cx="402336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1097280"/>
            <a:ext cx="4023360" cy="40233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109728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設定方式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00600" y="159105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免費申請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00600" y="188366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nvd.nist.gov/developers/request-an-api-key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00600" y="23042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寫入 .env.local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00600" y="2624328"/>
            <a:ext cx="3749040" cy="47548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2642616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NIST_API_KEY=your-api-key-here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00600" y="32186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速率差異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00600" y="3584448"/>
            <a:ext cx="1463040" cy="3383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3584448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 API Key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55080" y="3584448"/>
            <a:ext cx="2194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 秒 / 次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00600" y="4023360"/>
            <a:ext cx="1463040" cy="33832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4023360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 API Key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55080" y="4023360"/>
            <a:ext cx="2194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6.5 秒 / 次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4754880"/>
            <a:ext cx="8321040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7548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API Key 必須透過 HTTP Header 傳送（非 Query Param），否則 NVD 回傳 HTTP 404。HTTP 429 時自動等待 15 秒後重試，最多 3 次。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申請與設定流程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分鐘內完成設定，速率提升 9 倍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78992" y="1188720"/>
            <a:ext cx="658368" cy="6583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992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737360" y="1490472"/>
            <a:ext cx="1490472" cy="45720"/>
          </a:xfrm>
          <a:prstGeom prst="rect">
            <a:avLst/>
          </a:prstGeom>
          <a:solidFill>
            <a:srgbClr val="BAE6FD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011680"/>
            <a:ext cx="196596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" y="210312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前往 NIST NVD 申請頁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2624328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開啟瀏覽器前往：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nvd.nist.gov/developers/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request-an-api-key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27832" y="1188720"/>
            <a:ext cx="658368" cy="6583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27832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886200" y="1490472"/>
            <a:ext cx="1490472" cy="45720"/>
          </a:xfrm>
          <a:prstGeom prst="rect">
            <a:avLst/>
          </a:prstGeom>
          <a:solidFill>
            <a:srgbClr val="BAE6FD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14600" y="2011680"/>
            <a:ext cx="196596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624328" y="210312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填寫申請表單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24328" y="2624328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輸入機構名稱、電子信箱，說明用途（資安掃描），點擊送出。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376672" y="1188720"/>
            <a:ext cx="658368" cy="6583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76672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035040" y="1490472"/>
            <a:ext cx="1490472" cy="45720"/>
          </a:xfrm>
          <a:prstGeom prst="rect">
            <a:avLst/>
          </a:prstGeom>
          <a:solidFill>
            <a:srgbClr val="BAE6FD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2011680"/>
            <a:ext cx="196596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73168" y="210312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收信取得 API Key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73168" y="2624328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NIST 將在數分鐘至數小時內寄送 API Key 至您填寫的電子信箱。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525512" y="1188720"/>
            <a:ext cx="658368" cy="6583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25512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812280" y="2011680"/>
            <a:ext cx="196596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922008" y="210312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寫入 .env.local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22008" y="2624328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在工具根目錄建立 .env.local，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加入：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NIST_API_KEY=xxxx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4370832"/>
            <a:ext cx="83210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" y="4370832"/>
            <a:ext cx="73152" cy="5943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407408"/>
            <a:ext cx="8001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企業 Proxy 設定：若公司使用代理伺服器，請在 .env.local 加入 HTTPS_PROXY=http://proxy.company.com:8080，支援帳密驗證格式。SSL Inspection 環境可加 PROXY_SKIP_TLS_VERIFY=true。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安全防護機制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從設計到執行，全面考量資安與隱私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25603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34440"/>
            <a:ext cx="256032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39903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API Key 不外露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75488" y="18288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模式打包時，build.js 刻意將 NIST_API_KEY 排除在 _bundle.js 之外，Key 不會傳送至瀏覽器端。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182112" y="1234440"/>
            <a:ext cx="25603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82112" y="1234440"/>
            <a:ext cx="256032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39903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 Content Security Policy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291840" y="18288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伺服器每次請求產生隨機 nonce（crypto.randomBytes），搭配 CSP script-src nonce 防止 XSS 注入。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998464" y="1234440"/>
            <a:ext cx="25603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98464" y="1234440"/>
            <a:ext cx="256032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08192" y="139903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.env.local 不進版控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108192" y="18288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環境設定檔（包含 API Key、Proxy 帳密）應加入 .gitignore，不提交至版本控制，避免金鑰洩漏。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063240"/>
            <a:ext cx="25603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063240"/>
            <a:ext cx="256032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322783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Proxy CONNECT 隧道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75488" y="36576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透過 Node.js 原生 http + tls 建立 CONNECT 隧道，支援需帳密驗證的企業 Proxy，不依賴第三方套件。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182112" y="3063240"/>
            <a:ext cx="25603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82112" y="3063240"/>
            <a:ext cx="256032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322783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滾動式日誌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291840" y="36576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所有請求與 NVD 查詢進度寫入每日 logs/server_YYYYMMDD.log，日期切換自動換檔，方便稽核追蹤。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998464" y="3063240"/>
            <a:ext cx="25603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98464" y="3063240"/>
            <a:ext cx="256032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08192" y="322783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零外部相依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108192" y="36576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僅使用 Node.js 內建模組（fs、path、os、crypto、http、tls），降低供應鏈攻擊風險，適合離線部署環境。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介面使用說明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瀏覽器即可操作，同仁無需安裝任何軟體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93192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393192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9728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啟動方式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6642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啟動 Web 伺服器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1984248"/>
            <a:ext cx="3657600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98424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web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5786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自訂 Port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2898648"/>
            <a:ext cx="3657600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89864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web/web-server.js 9000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4930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無伺服器直接開啟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3813048"/>
            <a:ext cx="3657600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81304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雙擊 web/web-client.html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480560" y="1097280"/>
            <a:ext cx="429768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480560" y="1097280"/>
            <a:ext cx="4297680" cy="40233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1097280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操作步驟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17720" y="1700784"/>
            <a:ext cx="274320" cy="2743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7720" y="1700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83480" y="1664208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瀏覽器開啟 http://localhost:8093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17720" y="2194560"/>
            <a:ext cx="274320" cy="2743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2194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983480" y="2157984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上傳 scan.json（由 findSW.ps1 產生）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17720" y="2688336"/>
            <a:ext cx="274320" cy="2743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7720" y="2688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983480" y="265176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填入 NIST API Key（可選，建議填入）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17720" y="3182112"/>
            <a:ext cx="274320" cy="2743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17720" y="31821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983480" y="3145536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設定最低嚴重度、年份範圍、白名單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617720" y="3675888"/>
            <a:ext cx="274320" cy="2743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17720" y="3675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983480" y="3639312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點擊「開始掃描」，即時顯示進度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617720" y="4169664"/>
            <a:ext cx="274320" cy="2743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17720" y="41696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983480" y="4133088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掃描完成後下載 result.html 與 result.json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65760" y="4828032"/>
            <a:ext cx="8321040" cy="182880"/>
          </a:xfrm>
          <a:prstGeom prst="rect">
            <a:avLst/>
          </a:prstGeom>
          <a:solidFill>
            <a:srgbClr val="FEF3C7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828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無伺服器模式（直接開啟 HTML）需要瀏覽器能直接連線 services.nvd.nist.gov；若遇 CORS 錯誤請改用 npm run web 代理模式。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跨機器團隊彙整報表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一份報表，掌握全部門所有機器的弱點狀況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192024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887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🖥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各機器執行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cve-checker.js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0" y="16002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891B2"/>
                </a:solidFill>
              </a:rPr>
              <a:t>▶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14600" y="1143000"/>
            <a:ext cx="192024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14600" y="11887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📁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606040" y="173736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複製 JSON 至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team\ 目錄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434840" y="16002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891B2"/>
                </a:solidFill>
              </a:rPr>
              <a:t>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143000"/>
            <a:ext cx="192024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11887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⚙️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754880" y="173736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執行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team-report.js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83680" y="16002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891B2"/>
                </a:solidFill>
              </a:rPr>
              <a:t>▶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12280" y="1143000"/>
            <a:ext cx="192024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12280" y="11887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903720" y="173736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產出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team_YYYYMMDD.html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26517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彙整報表包含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3035808"/>
            <a:ext cx="256032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035808"/>
            <a:ext cx="73152" cy="1600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09067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機器總覽表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35204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各機器 CVE 日期範圍、軟體總計、掃描數、有弱點數、CVE 數、狀態一覽。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182112" y="3035808"/>
            <a:ext cx="256032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82112" y="3035808"/>
            <a:ext cx="73152" cy="1600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64992" y="309067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跨機器升級彙整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64992" y="35204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依受影響機器數排序，顯示需要升級的軟體及各台機器的版本。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998464" y="3035808"/>
            <a:ext cx="256032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998464" y="3035808"/>
            <a:ext cx="73152" cy="1600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81344" y="309067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各機器詳細結果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81344" y="35204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每台機器完整的弱點清單，含 CVE ID、嚴重度、CVSS 版本、描述與修補建議。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5760" y="475488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報表可折疊展開 CVE 詳細資訊，方便主管快速聚焦高風險機器。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掃描報表內容解讀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報表設計以「可讀性」優先，讓技術人員與主管都能快速判讀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嚴重度等級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109728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55448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54480" y="1554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立即處理，具重大系統入侵風險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2103120"/>
            <a:ext cx="1097280" cy="38404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10312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554480" y="21031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優先排程，有明確漏洞利用途徑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651760"/>
            <a:ext cx="109728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65176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554480" y="26517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計劃性修補，需評估曝露面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200400"/>
            <a:ext cx="1097280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2004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554480" y="32004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追蹤管理，低影響低可利用性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0" y="11887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升級狀態標示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0" y="1554480"/>
            <a:ext cx="41148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0" y="1554480"/>
            <a:ext cx="502920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155448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166360" y="162763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需要升級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66360" y="190195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已知有修補版本，且目前版本不足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0" y="2331720"/>
            <a:ext cx="41148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0" y="2331720"/>
            <a:ext cx="502920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0" y="233172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166360" y="240487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請手動確認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66360" y="267919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版本符合但有 CVE 缺乏修補資訊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0" y="3108960"/>
            <a:ext cx="41148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0" y="3108960"/>
            <a:ext cx="502920" cy="6583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0" y="310896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166360" y="318211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無須升級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166360" y="345643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版本已達修補要求，所有 CVE 有明確資訊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5760" y="3886200"/>
            <a:ext cx="83210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48640" y="39502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報表區塊順序：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" y="42793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Header 儀表板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423160" y="4343400"/>
            <a:ext cx="164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91B2"/>
                </a:solidFill>
              </a:rPr>
              <a:t>▶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560320" y="42793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升級建議摘要表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434840" y="4343400"/>
            <a:ext cx="164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91B2"/>
                </a:solidFill>
              </a:rPr>
              <a:t>▶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0" y="42793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CVE 詳細資訊（可折疊）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46520" y="4343400"/>
            <a:ext cx="164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91B2"/>
                </a:solidFill>
              </a:rPr>
              <a:t>▶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583680" y="42793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白名單 / 略過清單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進階設定與白名單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客製化掃描範圍，聚焦真正需要關注的軟體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02336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402336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9728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白名單設定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591056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用途：排除已知安全廠商（如 Microsoft、Apple、Google），減少不必要的 NVD 查詢次數，加速掃描並降低噪訊。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331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方法一：.env.local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2651760"/>
            <a:ext cx="3749040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65176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WHITELIST=Microsoft,Apple,Google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312724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方法二：whitelist.txt（每行一個廠牌）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3456432"/>
            <a:ext cx="3749040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45643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井號開頭為註解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Microsoft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1097280"/>
            <a:ext cx="402336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097280"/>
            <a:ext cx="4023360" cy="40233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09728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免安裝軟體設定（PORTABLE_N）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00600" y="1591056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用途：Registry 中不會記錄 Portable 或 ZIP 解壓安裝的工具（如 Eclipse、Maven）。透過此設定手動補充，確保不遺漏。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00600" y="2331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格式：軟體名稱 | 版本 | 發行商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00600" y="2651760"/>
            <a:ext cx="3749040" cy="10058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265176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PORTABLE_0=Eclipse IDE|202506|Eclipse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PORTABLE_1=Apache Maven|3.8.6|Apache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PORTABLE_2=Node.js|24.15.0|OpenJS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00600" y="374904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這些軟體會透過 CPE API 精確查找識別碼，比關鍵字搜尋更準確，有效降低誤報。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495604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其他重要設定：MAX_CVES_PER_SOFTWARE（每軟體最大 CVE 筆數，預設 50）　　PORTABLE_ONLY=true（只掃 Portable 軟體）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指令速查表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常用指令一覽，IT 人員快速上手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8321040" cy="3566160"/>
        </p:xfrm>
        <a:graphic>
          <a:graphicData uri="http://schemas.openxmlformats.org/drawingml/2006/table">
            <a:tbl>
              <a:tblPr/>
              <a:tblGrid>
                <a:gridCol w="3474720"/>
                <a:gridCol w="4846320"/>
              </a:tblGrid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指令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說明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node cve-checker.js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掃描本機 Registry（預設：HIGH 以上、近 5 年）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node cve-checker.js scan.json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使用預先產生的 JSON 檔案作為輸入（跨平台）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node cve-checker.js -1 HIGH 5 2020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指定嚴重度 HIGH、最多 5 筆、2020 年起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node cve-checker.js -1 CRITICAL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只列 CRITICAL 等級弱點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node team-report.js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讀取 .\team\ 目錄產生跨機器彙整報表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npm run web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自動打包並啟動 Web 伺服器（Port 8093）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npm run check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快速測試，HIGH 以上最多 5 筆軟體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node web/web-server.js 9000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使用自訂 Port 9000 啟動 Web 伺服器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8006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參數說明：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65760" y="48006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FILE：檔案路徑 | -1 | 省略（Registry）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2468880" y="48006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MIN_SEVERITY：LOW/MEDIUM/HIGH/CRITICAL/-1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4572000" y="48006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LIMIT：N | -1（不限）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6675120" y="48006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MIN_YEAR：YYYY | -1（近 5 年）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部署需求與環境說明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輕量部署，幾乎無額外成本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6060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260604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188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執行環境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901952"/>
            <a:ext cx="73152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7830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18.0.0 以上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523744"/>
            <a:ext cx="73152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40487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Windows（Registry 掃描模式）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3145536"/>
            <a:ext cx="73152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3026664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任何平台（Web 或 JSON 輸入模式）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767328"/>
            <a:ext cx="73152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648456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無需 npm install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1188720"/>
            <a:ext cx="26060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1188720"/>
            <a:ext cx="260604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10128" y="1188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網路需求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383280" y="1901952"/>
            <a:ext cx="73152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47872" y="17830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連線 services.nvd.nist.gov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83280" y="2523744"/>
            <a:ext cx="73152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47872" y="240487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企業 Proxy 支援（含帳密驗證）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83280" y="3145536"/>
            <a:ext cx="73152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3026664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 Inspection 環境可設定 PROXY_SKIP_TLS_VERIFY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83280" y="3767328"/>
            <a:ext cx="73152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47872" y="3648456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離線環境：可預先產生 JSON 後轉至有網路機器執行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35040" y="1188720"/>
            <a:ext cx="26060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35040" y="1188720"/>
            <a:ext cx="260604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44768" y="1188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檔案結構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17920" y="1901952"/>
            <a:ext cx="73152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82512" y="17830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cve-checker.js — 核心掃描程式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17920" y="2523744"/>
            <a:ext cx="73152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82512" y="240487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.env.local — 環境設定（含 API Key）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17920" y="3145536"/>
            <a:ext cx="73152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82512" y="3026664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web/ — Web 伺服器與前端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17920" y="3767328"/>
            <a:ext cx="73152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82512" y="3648456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report/ — 自動建立，存放輸出結果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217920" y="4389120"/>
            <a:ext cx="73152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82512" y="427024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logs/ — Web 伺服器日誌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" y="4773168"/>
            <a:ext cx="8321040" cy="274320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477316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完全免費：工具本身開源、NIST NVD API 免費申請、Node.js 免費下載。無任何授權費用，隨時可部署於企業內部。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導入效益與業務價值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從人工到自動化，資安防護質量雙提升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28016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分鐘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65760" y="19659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掃描完成時間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231343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原需數日人工盤點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68880" y="118872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128016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9x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468880" y="19659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速率提升（有 Key）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68880" y="231343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 秒 → 0.7 秒/次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0" y="118872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0" y="128016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572000" y="19659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自動化覆蓋率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0" y="231343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全機器軟體一次掃完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675120" y="118872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75120" y="128016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6675120" y="19659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誤報率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75120" y="231343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CPE 精確比對機制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3017520"/>
            <a:ext cx="393192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017520"/>
            <a:ext cx="73152" cy="89611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108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主管即時掌握全局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6928" y="345643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彙整報表一張頁面呈現所有機器的弱點狀況，決策不再依賴片段資訊。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3017520"/>
            <a:ext cx="393192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3017520"/>
            <a:ext cx="73152" cy="89611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64608" y="3108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修補優先序清晰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64608" y="345643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自動標示「需升級 / 請確認 / 無須升級」，IT 人員可直接排程執行。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4023360"/>
            <a:ext cx="393192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4023360"/>
            <a:ext cx="73152" cy="89611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41148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法規合規基礎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66928" y="446227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定期掃描留下 HTML / JSON 紀錄，可作為 ISO 27001 / 資安稽核的佐證文件。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63440" y="4023360"/>
            <a:ext cx="393192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63440" y="4023360"/>
            <a:ext cx="73152" cy="89611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64608" y="41148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適合企業環境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64608" y="446227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支援企業 Proxy、白名單客製、離線 JSON 模式，可無縫融入現有 IT 流程。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0891B2">
              <a:alpha val="20000"/>
            </a:srgbClr>
          </a:solidFill>
          <a:ln w="12700">
            <a:solidFill>
              <a:srgbClr val="0891B2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200400"/>
            <a:ext cx="2743200" cy="2743200"/>
          </a:xfrm>
          <a:prstGeom prst="ellipse">
            <a:avLst/>
          </a:prstGeom>
          <a:solidFill>
            <a:srgbClr val="BAE6FD">
              <a:alpha val="12000"/>
            </a:srgbClr>
          </a:solidFill>
          <a:ln w="12700">
            <a:solidFill>
              <a:srgbClr val="BAE6FD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502920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總結與建議行動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371600" y="100584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NISTCVECheck 讓弱點管理從被動應對轉為主動防禦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371600" y="1554480"/>
            <a:ext cx="1005840" cy="5303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1554480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即刻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514600" y="164592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在一台機器試執行 node cve-checker.js，確認可正常連線 NVD API。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371600" y="2304288"/>
            <a:ext cx="1005840" cy="5303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304288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本週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14600" y="239572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申請 NIST API Key，設定 .env.local，確認 Proxy 設定正確。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371600" y="3054096"/>
            <a:ext cx="1005840" cy="5303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3054096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本月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14600" y="3145536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部署至全部門機器，執行 team-report.js 產出首份彙整報表。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371600" y="3803904"/>
            <a:ext cx="1005840" cy="5303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0" y="3803904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季度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514600" y="3895344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建立定期掃描排程（建議每月執行），報表存檔供稽核備查。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743200" y="4572000"/>
            <a:ext cx="365760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0" y="45720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感謝聆聽　— 資訊安全團隊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NISTCVECheck — 軟體弱點自動化掃描工具</dc:title>
  <dc:subject>PptxGenJS Presentation</dc:subject>
  <dc:creator>PptxGenJS</dc:creator>
  <cp:lastModifiedBy>PptxGenJS</cp:lastModifiedBy>
  <cp:revision>1</cp:revision>
  <dcterms:created xsi:type="dcterms:W3CDTF">2026-06-01T07:01:25Z</dcterms:created>
  <dcterms:modified xsi:type="dcterms:W3CDTF">2026-06-01T07:01:25Z</dcterms:modified>
</cp:coreProperties>
</file>