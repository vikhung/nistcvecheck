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354"/>
          </a:solidFill>
          <a:ln w="12700">
            <a:solidFill>
              <a:srgbClr val="1A2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200400"/>
            <a:ext cx="4114800" cy="41148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365760"/>
            <a:ext cx="2286000" cy="2286000"/>
          </a:xfrm>
          <a:prstGeom prst="ellipse">
            <a:avLst/>
          </a:prstGeom>
          <a:solidFill>
            <a:srgbClr val="9AD4D6">
              <a:alpha val="12000"/>
            </a:srgbClr>
          </a:solidFill>
          <a:ln w="12700">
            <a:solidFill>
              <a:srgbClr val="9AD4D6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4572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SECURITY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24688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15568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CVE 自動掃描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1453896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FD0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全機器弱點偵測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773936"/>
            <a:ext cx="2377440" cy="27432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21408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NVD API 整合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2459736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FD0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NIST 權威資料來源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79776"/>
            <a:ext cx="2377440" cy="27432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127248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HTML 視覺報表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" y="3465576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FD0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主管決策即時掌握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914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NISTCVECheck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657600" y="1920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軟體弱點自動化掃描工具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657600" y="2514600"/>
            <a:ext cx="512064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633472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8D4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整合 NIST NVD CVE API，自動偵測企業環境已安裝軟體的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8D4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已知安全弱點，產出即時視覺報表與修補建議。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47091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資訊安全團隊　·　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4754880"/>
            <a:ext cx="59436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754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為什麼需要這個工具？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Tool Matters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64008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2252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inventory is slow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4996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人工盤點耗時費力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190195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各機器裝了什麼、版本是否安全，全靠 IT 人員逐台確認，費時且易遺漏。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64008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23560" y="12252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 data grows daily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14996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CVE 資訊每日暴增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47488" y="190195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NIST NVD 每天新增數百筆弱點，人工追蹤幾乎不可能跟上最新威脅情報。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97180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971800"/>
            <a:ext cx="64008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30998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enterprise-wide 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374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缺乏全局風險視野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" y="37764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各部門弱點各自散落，主管無法一次掌握整體資安狀況與優先修補順序。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97180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971800"/>
            <a:ext cx="64008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23560" y="30998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 remediation path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3374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修補優先序不清晰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47488" y="377647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即使發現弱點，也不知最緊急的是哪台機器、需要升級到哪個版本才安全。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00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NISTCVECheck 讓上述問題全面自動化，幾分鐘內產出可讀報表。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工具概覽 · 三種使用模式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Deployment Modes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2724912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2724912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Mode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命令列模式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737360"/>
            <a:ext cx="2450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直接在 Windows 執行，自動讀取 Registry，適合 IT 人員快速掃描單台機器。零安裝，節點 18+ 即可運行。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" y="3310128"/>
            <a:ext cx="2450592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01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cve-checker.js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3785616"/>
            <a:ext cx="2450592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856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55264" y="1078992"/>
            <a:ext cx="2724912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55264" y="1078992"/>
            <a:ext cx="2724912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0789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13632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Interface Mode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13632" y="1371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Web 介面模式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92424" y="1737360"/>
            <a:ext cx="2450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啟動本地 HTTP 伺服器，其他同仁透過瀏覽器上傳 JSON 進行掃描，無需安裝任何軟體。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92424" y="3310128"/>
            <a:ext cx="2450592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33101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web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92424" y="3785616"/>
            <a:ext cx="2450592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7856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8093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1078992"/>
            <a:ext cx="2724912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1078992"/>
            <a:ext cx="2724912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10789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21424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Report Mode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21424" y="1371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團隊彙整模式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0216" y="1737360"/>
            <a:ext cx="2450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收集多台機器的 JSON 報表，一鍵產出跨機器綜合 HTML 報表，讓主管掌握全部門風險狀況。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0216" y="3310128"/>
            <a:ext cx="2450592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3101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team-report.js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0216" y="3785616"/>
            <a:ext cx="2450592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856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team/*.json → report/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8F4F7"/>
          </a:solidFill>
          <a:ln w="12700">
            <a:solidFill>
              <a:srgbClr val="C8DD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48097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◆ Node.js 零外部相依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8097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◆ 跨平台（Web/JSON 模式）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22192" y="48097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◆ Rate Limit 自動重試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50992" y="48097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◆ CPE 精確比對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79792" y="48097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◆ 每日滾動日誌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核心功能一覽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42062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97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 Auto-Scan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1453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Registry 自動掃描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直接讀取 Windows 登錄機碼，無需手動列清單，自動取得全機器安裝軟體清單。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82312" y="107899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078992"/>
            <a:ext cx="420624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1197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CPE Precise Matching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40680" y="1453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CPE 精確比對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透過 NVD CPE API 確認軟體識別碼，排除無關 CVE，大幅降低誤報率。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37744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377440"/>
            <a:ext cx="42062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Filtering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2752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嚴重度分級過濾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" y="3035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支援 LOW / MEDIUM / HIGH / CRITICAL 四段篩選，聚焦最需即刻處理的弱點。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82312" y="237744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2377440"/>
            <a:ext cx="420624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4068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Year-Range Control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40680" y="2752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年份範圍控制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3035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可指定只看近 N 年的 CVE，避免被遠古弱點淹沒，報表更精準清爽。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367588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675888"/>
            <a:ext cx="42062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5840" y="3794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Guidance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05840" y="4050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升級版本建議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" y="4334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自動推算最低安全版本，顯示「需升級 ✗ / 請確認 ? / 無須升級 ✓」三態。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82312" y="367588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82312" y="3675888"/>
            <a:ext cx="420624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40680" y="3794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Dual-Format Report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40680" y="4050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雙格式報表輸出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9472" y="4334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同步產出 HTML 視覺化報表（供閱讀）與 JSON（供 team-report 彙整使用）。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運作流程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· 5-Stage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554480" cy="53035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0664" y="1115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" y="1371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資料蒐集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1554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1737360"/>
            <a:ext cx="13533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讀取 Windows Registry 或 findSW.ps1 JSON，取得已安裝軟體完整清單。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83664" y="157276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65960" y="1078992"/>
            <a:ext cx="155448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07899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86584" y="1115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3-Layer Filter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86584" y="1371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三層過濾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65960" y="1627632"/>
            <a:ext cx="1554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75688" y="1737360"/>
            <a:ext cx="13533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白名單略過、SKIP_PATTERNS 排雜訊、cleanProductName 去重合併。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9584" y="157276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11880" y="1078992"/>
            <a:ext cx="155448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07899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32504" y="1115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CPE Lookup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32504" y="1371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CPE 查找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11880" y="1627632"/>
            <a:ext cx="1554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21608" y="1737360"/>
            <a:ext cx="13533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Portable 軟體呼叫 NVD CPE API，取得精確 vendor/product 識別碼。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75504" y="157276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1078992"/>
            <a:ext cx="1554480" cy="5303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07899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78424" y="1115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 Query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78424" y="1371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CVE 查詢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57800" y="1627632"/>
            <a:ext cx="1554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67528" y="1737360"/>
            <a:ext cx="13533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呼叫 NVD CVE API，套用速率限制（Key:0.7s / 無Key:6.5s），HTTP 429 自動重試。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21424" y="157276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1078992"/>
            <a:ext cx="155448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107899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24344" y="1115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Output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24344" y="1371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報表輸出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03720" y="1627632"/>
            <a:ext cx="1554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13448" y="1737360"/>
            <a:ext cx="13533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產出 HTML 視覺化報表與 JSON，含升級建議、CVSS 評分、CVE 詳細清單。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794760"/>
            <a:ext cx="8503920" cy="685800"/>
          </a:xfrm>
          <a:prstGeom prst="rect">
            <a:avLst/>
          </a:prstGeom>
          <a:solidFill>
            <a:srgbClr val="E8F4F7"/>
          </a:solidFill>
          <a:ln w="12700">
            <a:solidFill>
              <a:srgbClr val="C8DD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資料流：Windows Registry ──► 軟體清單 ──► 三層過濾 ──► NVD CVE API ──► 關聯性驗證 ──► HTML / JSON 報表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NIST NVD API 介接說明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Integration &amp; Key Configuration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416052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416052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 &amp; Parameters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68249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 API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29968" y="16824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services.nvd.nist.gov/rest/json/cves/2.0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2103120"/>
            <a:ext cx="3913632" cy="18288"/>
          </a:xfrm>
          <a:prstGeom prst="rect">
            <a:avLst/>
          </a:prstGeom>
          <a:solidFill>
            <a:srgbClr val="C8DDE3"/>
          </a:solidFill>
          <a:ln w="12700">
            <a:solidFill>
              <a:srgbClr val="C8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128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CPE API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29968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services.nvd.nist.gov/rest/json/cpes/2.0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" y="2633472"/>
            <a:ext cx="3913632" cy="18288"/>
          </a:xfrm>
          <a:prstGeom prst="rect">
            <a:avLst/>
          </a:prstGeom>
          <a:solidFill>
            <a:srgbClr val="C8DDE3"/>
          </a:solidFill>
          <a:ln w="12700">
            <a:solidFill>
              <a:srgbClr val="C8DD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743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keywordSearch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29968" y="2743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軟體名稱關鍵字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3163824"/>
            <a:ext cx="3913632" cy="18288"/>
          </a:xfrm>
          <a:prstGeom prst="rect">
            <a:avLst/>
          </a:prstGeom>
          <a:solidFill>
            <a:srgbClr val="C8DDE3"/>
          </a:solidFill>
          <a:ln w="12700">
            <a:solidFill>
              <a:srgbClr val="C8DD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735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resultsPerPage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29968" y="3273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MAX_CVES_PER_SOFTWARE（預設 50）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" y="3694176"/>
            <a:ext cx="3913632" cy="18288"/>
          </a:xfrm>
          <a:prstGeom prst="rect">
            <a:avLst/>
          </a:prstGeom>
          <a:solidFill>
            <a:srgbClr val="C8DDE3"/>
          </a:solidFill>
          <a:ln w="12700">
            <a:solidFill>
              <a:srgbClr val="C8DD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80390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noRejected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29968" y="380390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排除已撤回 CVE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078992"/>
            <a:ext cx="416052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78992"/>
            <a:ext cx="416052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0789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 Configuration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Register (Free)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nvd.nist.gov/developers/request-an-api-key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18888" y="2304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Write to .env.local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18888" y="2633472"/>
            <a:ext cx="384048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6334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NIST_API_KEY=your-api-key-here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8888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Rate Limit Comparison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18888" y="3611880"/>
            <a:ext cx="1417320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API Key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2764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 s / request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18888" y="4087368"/>
            <a:ext cx="141732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4087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API Key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27648" y="4087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 s / request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4992624"/>
            <a:ext cx="8476488" cy="146304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4992624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⚠  API Key 必須透過 HTTP Header 傳送（非 Query Param），否則 NVD 回傳 HTTP 404。HTTP 429 自動等待 15s 後重試，最多 3 次。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安全防護機制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Security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27432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161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 Protection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14721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API Key 不外露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Web 打包時 build.js 刻意排除 NIST_API_KEY，Key 不會傳送至瀏覽器前端，避免金鑰洩漏。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3552" y="1078992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078992"/>
            <a:ext cx="27432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31920" y="12161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Security Policy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0" y="14721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CSP Nonce 防 XSS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182880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Web 伺服器每次請求以 crypto.randomBytes 產生隨機 nonce，搭配 CSP script-src 防止腳本注入。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9632" y="1078992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078992"/>
            <a:ext cx="27432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0" y="12161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Outside VCS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0" y="14721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敏感設定不進版控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182880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.env.local 存放 API Key 與 Proxy 帳密，應加入 .gitignore，防止金鑰意外提交至版本庫。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2999232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2999232"/>
            <a:ext cx="27432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3136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CONNECT Tunnel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5840" y="3392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企業 Proxy 隧道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374904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以 Node.js 原生 http+tls 建立 CONNECT 隧道，支援帳密驗證格式，不依賴第三方套件。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73552" y="2999232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73552" y="2999232"/>
            <a:ext cx="27432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931920" y="3136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Rolling Logs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931920" y="3392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每日滾動稽核日誌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01568" y="374904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所有請求與 NVD 查詢進度寫入 logs/server_YYYYMMDD.log，日期變更自動換檔，方便稽核追蹤。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9632" y="2999232"/>
            <a:ext cx="274320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9632" y="2999232"/>
            <a:ext cx="27432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58000" y="3136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External Dependency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0" y="3392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零外部套件相依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27648" y="3749040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僅使用 Node.js 內建模組（fs、crypto、http、tls），消除供應鏈攻擊風險，適合離線部署環境。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報表解讀指南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Reading Guide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嚴重度等級 · Severity Levels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17904"/>
            <a:ext cx="118872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179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64208" y="16093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立即處理，具重大系統入侵風險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1188720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762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64208" y="22677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優先排程，有明確漏洞利用途徑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1188720" cy="47548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計劃性修補，需評估曝露面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118872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930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3584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追蹤管理，低影響低可利用性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0972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升級狀態標示 · Upgrade Status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517904"/>
            <a:ext cx="3931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517904"/>
            <a:ext cx="54864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1790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68112" y="1609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需要升級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68112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有修補版本且目前版本不足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86584"/>
            <a:ext cx="3931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86584"/>
            <a:ext cx="54864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38658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68112" y="24780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請手動確認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68112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版本符合但有 CVE 缺乏修補資訊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255264"/>
            <a:ext cx="3931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255264"/>
            <a:ext cx="548640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5526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68112" y="33467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無須升級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68112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版本達標且所有 CVE 有明確修補資訊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251960"/>
            <a:ext cx="8412480" cy="749808"/>
          </a:xfrm>
          <a:prstGeom prst="rect">
            <a:avLst/>
          </a:prstGeom>
          <a:solidFill>
            <a:srgbClr val="E8F4F7"/>
          </a:solidFill>
          <a:ln w="12700">
            <a:solidFill>
              <a:srgbClr val="C8DD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報表區塊順序：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① Header 儀表板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87168" y="4626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33472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② 升級建議摘要表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0" y="4626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▸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18304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③ CVE 詳細資訊（可折疊）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56832" y="4626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▸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03136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④ 白名單 / 略過清單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部署需求與進階設定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Requirements &amp; Advanced Configuration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2743200" cy="3090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2743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972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1335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執行環境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810512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8249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Node.js ≥ 18.0.0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2395728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6771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Windows（Registry 模式）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980944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529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任何平台（Web / JSON 模式）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56616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3814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無需 npm install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73552" y="1078992"/>
            <a:ext cx="2743200" cy="3090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73552" y="1078992"/>
            <a:ext cx="2743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0972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10712" y="1335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網路設定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56432" y="1810512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68249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連線 services.nvd.nist.gov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56432" y="2395728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26771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企業 Proxy：HTTPS_PROXY=…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56432" y="2980944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8529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SSL Inspection：PROXY_SKIP_TLS_VERIFY=true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566160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343814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離線：預先產生 JSON 後轉機執行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9632" y="1078992"/>
            <a:ext cx="2743200" cy="3090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1078992"/>
            <a:ext cx="27432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10972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Config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36792" y="1335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進階設定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82512" y="1810512"/>
            <a:ext cx="128016" cy="128016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168249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WHITELIST= 廠商白名單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82512" y="2395728"/>
            <a:ext cx="128016" cy="128016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26771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PORTABLE_N= 免安裝軟體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82512" y="2980944"/>
            <a:ext cx="128016" cy="128016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5292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MAX_CVES_PER_SOFTWARE= 上限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82512" y="3566160"/>
            <a:ext cx="128016" cy="128016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343814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PORTABLE_ONLY=true 純 Portable 掃描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7472" y="4315968"/>
            <a:ext cx="8476488" cy="658368"/>
          </a:xfrm>
          <a:prstGeom prst="rect">
            <a:avLst/>
          </a:prstGeom>
          <a:solidFill>
            <a:srgbClr val="E8F4F7"/>
          </a:solidFill>
          <a:ln w="12700">
            <a:solidFill>
              <a:srgbClr val="C8DD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常用指令速查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4048" y="46634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cve-checker.js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4048" y="4882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掃描本機 Registry（預設 HIGH / 近 5 年）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560320" y="46634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cve-checker.js -1 CRITICAL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60320" y="4882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只列 CRITICAL 弱點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36592" y="46634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team-report.js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36592" y="4882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跨機器彙整報表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12864" y="46634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web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912864" y="4882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878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啟動 Web 伺服器 Port 8093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926080"/>
            <a:ext cx="4114800" cy="41148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9AD4D6">
              <a:alpha val="10000"/>
            </a:srgbClr>
          </a:solidFill>
          <a:ln w="12700">
            <a:solidFill>
              <a:srgbClr val="9AD4D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導入效益與行動建議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95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BF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&amp; Next Steps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98448"/>
            <a:ext cx="1828800" cy="1371600"/>
          </a:xfrm>
          <a:prstGeom prst="rect">
            <a:avLst/>
          </a:prstGeom>
          <a:solidFill>
            <a:srgbClr val="17264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AD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分鐘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完成掃描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A9A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原需數日人工盤點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298448"/>
            <a:ext cx="1828800" cy="1371600"/>
          </a:xfrm>
          <a:prstGeom prst="rect">
            <a:avLst/>
          </a:prstGeom>
          <a:solidFill>
            <a:srgbClr val="17264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5176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速率提升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A9A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有Key vs 無Key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298448"/>
            <a:ext cx="1828800" cy="1371600"/>
          </a:xfrm>
          <a:prstGeom prst="rect">
            <a:avLst/>
          </a:prstGeom>
          <a:solidFill>
            <a:srgbClr val="17264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5488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自動化覆蓋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A9A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全機器一次掃完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1298448"/>
            <a:ext cx="1828800" cy="1371600"/>
          </a:xfrm>
          <a:prstGeom prst="rect">
            <a:avLst/>
          </a:prstGeom>
          <a:solidFill>
            <a:srgbClr val="17264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5800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Misreport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8A9A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CPE 精確比對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D4D6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行動路線圖 · Roadmap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9808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0896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即刻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9888" y="3136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3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在一台機器試執行 node cve-checker.js，確認 NVD API 連線正常。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511296"/>
            <a:ext cx="749808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51129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本週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3538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3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申請 NIST API Key，設定 .env.local，確認企業 Proxy 設定正確。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913632"/>
            <a:ext cx="749808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91363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本月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89888" y="39410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3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部署至全部門機器，執行 team-report.js 產出首份跨機器彙整報表。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315968"/>
            <a:ext cx="749808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31596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季度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89888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3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建立每月定期掃描排程，HTML/JSON 報表存檔供 ISO 27001 稽核備查。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0" y="4736592"/>
            <a:ext cx="36576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4736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urce Han Serif TC" pitchFamily="34" charset="0"/>
                <a:ea typeface="Source Han Serif TC" pitchFamily="34" charset="-122"/>
                <a:cs typeface="Source Han Serif TC" pitchFamily="34" charset="-120"/>
              </a:rPr>
              <a:t>感謝聆聽　·　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NISTCVECheck — 軟體安全防護</dc:title>
  <dc:subject>PptxGenJS Presentation</dc:subject>
  <dc:creator>PptxGenJS</dc:creator>
  <cp:lastModifiedBy>PptxGenJS</cp:lastModifiedBy>
  <cp:revision>1</cp:revision>
  <dcterms:created xsi:type="dcterms:W3CDTF">2026-06-05T09:04:13Z</dcterms:created>
  <dcterms:modified xsi:type="dcterms:W3CDTF">2026-06-05T09:04:13Z</dcterms:modified>
</cp:coreProperties>
</file>